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Core Analyzer Status-Scope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AEEF"/>
                </a:solidFill>
                <a:latin typeface="Segoe UI"/>
              </a:defRPr>
            </a:pPr>
            <a:r>
              <a:t>Developer On-boarding &amp;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 ·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1C5"/>
                </a:solidFill>
                <a:latin typeface="Segoe UI"/>
              </a:defRPr>
            </a:pPr>
            <a:r>
              <a:t>Folder layout and component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core_analyzer/</a:t>
            </a:r>
            <a:br/>
            <a:r>
              <a:t>  ├── core_analyzer_plugin.py      — Base plugin (lifecycle, orchestration)</a:t>
            </a:r>
            <a:br/>
            <a:r>
              <a:t>  ├── data_structures.py            — Dataclasses (CoreInfo, Classification, …)</a:t>
            </a:r>
            <a:br/>
            <a:r>
              <a:t>  ├── adapters/</a:t>
            </a:r>
            <a:br/>
            <a:r>
              <a:t>  │     ├── base_adapter.py          — Abstract adapter interface</a:t>
            </a:r>
            <a:br/>
            <a:r>
              <a:t>  │     └── novalake_adapter.py       — Novalake concrete adapter</a:t>
            </a:r>
            <a:br/>
            <a:r>
              <a:t>  ├── collectors/</a:t>
            </a:r>
            <a:br/>
            <a:r>
              <a:t>  │     ├── core_status_collector.py  — Table building &amp; classification</a:t>
            </a:r>
            <a:br/>
            <a:r>
              <a:t>  │     └── mca_collector.py          — Machine-check collection</a:t>
            </a:r>
            <a:br/>
            <a:r>
              <a:t>  ├── analyzers/</a:t>
            </a:r>
            <a:br/>
            <a:r>
              <a:t>  │     └── mca_correlator.py         — Correlate MC banks → cores</a:t>
            </a:r>
            <a:br/>
            <a:r>
              <a:t>  ├── components/</a:t>
            </a:r>
            <a:br/>
            <a:r>
              <a:t>  │     ├── corruption_manager.py     — Corruption detection &amp; recovery</a:t>
            </a:r>
            <a:br/>
            <a:r>
              <a:t>  │     ├── insight_generator.py      — Build insight entries</a:t>
            </a:r>
            <a:br/>
            <a:r>
              <a:t>  │     └── recommendation_engine.py  — Actionable recommendations</a:t>
            </a:r>
            <a:br/>
            <a:r>
              <a:t>  ├── reporters/</a:t>
            </a:r>
            <a:br/>
            <a:r>
              <a:t>  │     ├── ww_report_builder.py      — Watch-window CSV → report tables</a:t>
            </a:r>
            <a:br/>
            <a:r>
              <a:t>  │     └── register_report_builder.py — CRS/GPSB/PSMB → report tables</a:t>
            </a:r>
            <a:br/>
            <a:r>
              <a:t>  ├── project_plugins/</a:t>
            </a:r>
            <a:br/>
            <a:r>
              <a:t>  │     └── novalake_core_analyzer.py  — Novalake entry-point plugin</a:t>
            </a:r>
            <a:br/>
            <a:r>
              <a:t>  └── tests/</a:t>
            </a:r>
            <a:br/>
            <a:r>
              <a:t>        ├── plugin_debug.py           — debugpy attach helper</a:t>
            </a:r>
            <a:br/>
            <a:r>
              <a:t>        └── launch.json               — VS Code attach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91640"/>
            <a:ext cx="3931920" cy="713232"/>
          </a:xfrm>
          <a:prstGeom prst="round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Project Plugin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Entry point registered in</a:t>
            </a:r>
            <a:br/>
            <a:r>
              <a:t>status_scope config.</a:t>
            </a:r>
            <a:br/>
            <a:r>
              <a:t>Subclass of CoreAnalyzerPlugin.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514600"/>
            <a:ext cx="3931920" cy="713232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Core Analyzer Plugin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Lifecycle orchestration:</a:t>
            </a:r>
            <a:br/>
            <a:r>
              <a:t>pre_execution → analyze.</a:t>
            </a:r>
            <a:br/>
            <a:r>
              <a:t>Coordinates all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337560"/>
            <a:ext cx="3931920" cy="713232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Adapters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Project-specific:</a:t>
            </a:r>
            <a:br/>
            <a:r>
              <a:t>topology, namednode paths,</a:t>
            </a:r>
            <a:br/>
            <a:r>
              <a:t>register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160520"/>
            <a:ext cx="3931920" cy="713232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Collectors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Data acquisition:</a:t>
            </a:r>
            <a:br/>
            <a:r>
              <a:t>status tables, EIP, MCA.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983480"/>
            <a:ext cx="3931920" cy="713232"/>
          </a:xfrm>
          <a:prstGeom prst="roundRect">
            <a:avLst/>
          </a:prstGeom>
          <a:solidFill>
            <a:srgbClr val="1B5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Analyzers + Components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Correlation, corruption</a:t>
            </a:r>
            <a:br/>
            <a:r>
              <a:t>detection, insights,</a:t>
            </a:r>
            <a:br/>
            <a:r>
              <a:t>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806440"/>
            <a:ext cx="3931920" cy="713232"/>
          </a:xfrm>
          <a:prstGeom prst="roundRect">
            <a:avLst/>
          </a:prstGeom>
          <a:solidFill>
            <a:srgbClr val="154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Reporters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Watch-window CSVs and</a:t>
            </a:r>
            <a:br/>
            <a:r>
              <a:t>register dumps → report</a:t>
            </a:r>
            <a:br/>
            <a:r>
              <a:t>sub-tables.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2 · How to Debug 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1C5"/>
                </a:solidFill>
                <a:latin typeface="Segoe UI"/>
              </a:defRPr>
            </a:pPr>
            <a:r>
              <a:t>Attach VS Code debugger to a live pythonsv console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465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Segoe UI"/>
              </a:defRPr>
            </a:pPr>
            <a:r>
              <a:t>① Open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Open the workspace at  c:\pythonsv\bigcore</a:t>
            </a:r>
            <a:br/>
            <a:r>
              <a:t>Make sure the Python / debugpy extension is installed.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106424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9809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Segoe UI"/>
              </a:defRPr>
            </a:pPr>
            <a:r>
              <a:t>② Trigger plugin_debug.py from pythonsv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rPr dirty="0"/>
              <a:t>In the </a:t>
            </a:r>
            <a:r>
              <a:rPr dirty="0" err="1"/>
              <a:t>pythonsv</a:t>
            </a:r>
            <a:r>
              <a:rPr dirty="0"/>
              <a:t> console, run:</a:t>
            </a:r>
            <a:br>
              <a:rPr dirty="0"/>
            </a:br>
            <a:r>
              <a:rPr b="1" dirty="0"/>
              <a:t>exec(open(</a:t>
            </a:r>
            <a:r>
              <a:rPr b="1" dirty="0" err="1"/>
              <a:t>r"c</a:t>
            </a:r>
            <a:r>
              <a:rPr b="1" dirty="0"/>
              <a:t>:\pythonsv\bigcore\toolext\status_scope\core_analyzer\tests\plugin_debug.py").read())</a:t>
            </a:r>
            <a:br>
              <a:rPr dirty="0"/>
            </a:br>
            <a:r>
              <a:rPr dirty="0"/>
              <a:t>The script starts a </a:t>
            </a:r>
            <a:r>
              <a:rPr dirty="0" err="1"/>
              <a:t>debugpy</a:t>
            </a:r>
            <a:r>
              <a:rPr dirty="0"/>
              <a:t> server on port 5678</a:t>
            </a:r>
            <a:r>
              <a:rPr lang="en-US" dirty="0"/>
              <a:t> </a:t>
            </a:r>
            <a:r>
              <a:rPr dirty="0"/>
              <a:t>and waits for the VS Code client to attach.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84188"/>
            <a:ext cx="1106424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215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Segoe UI"/>
              </a:defRPr>
            </a:pPr>
            <a:r>
              <a:t>③ Attach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0799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rPr dirty="0"/>
              <a:t>In VS Code press F5 (or Run ▸ Start Debugging).</a:t>
            </a:r>
            <a:br>
              <a:rPr dirty="0"/>
            </a:br>
            <a:r>
              <a:rPr dirty="0"/>
              <a:t>Select the launch configuration:</a:t>
            </a:r>
            <a:br>
              <a:rPr dirty="0"/>
            </a:br>
            <a:r>
              <a:rPr dirty="0"/>
              <a:t>  "Attach: Core Analyzer </a:t>
            </a:r>
            <a:r>
              <a:rPr dirty="0" err="1"/>
              <a:t>plugin_debug</a:t>
            </a:r>
            <a:r>
              <a:rPr dirty="0"/>
              <a:t> (port 5678)"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1968C0-4938-43CF-9483-D889184650FB}"/>
              </a:ext>
            </a:extLst>
          </p:cNvPr>
          <p:cNvGrpSpPr/>
          <p:nvPr/>
        </p:nvGrpSpPr>
        <p:grpSpPr>
          <a:xfrm>
            <a:off x="563727" y="5446931"/>
            <a:ext cx="11064240" cy="1097280"/>
            <a:chOff x="548640" y="5394960"/>
            <a:chExt cx="11064240" cy="1097280"/>
          </a:xfrm>
        </p:grpSpPr>
        <p:sp>
          <p:nvSpPr>
            <p:cNvPr id="14" name="Rounded Rectangle 13"/>
            <p:cNvSpPr/>
            <p:nvPr/>
          </p:nvSpPr>
          <p:spPr>
            <a:xfrm>
              <a:off x="548640" y="5394960"/>
              <a:ext cx="11064240" cy="109728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0071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7240" y="5449824"/>
              <a:ext cx="105156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1">
                  <a:solidFill>
                    <a:srgbClr val="00477D"/>
                  </a:solidFill>
                  <a:latin typeface="Segoe UI"/>
                </a:defRPr>
              </a:pPr>
              <a:r>
                <a:t>④ Debug normally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7240" y="5742432"/>
              <a:ext cx="1051560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0">
                  <a:solidFill>
                    <a:srgbClr val="333333"/>
                  </a:solidFill>
                  <a:latin typeface="Consolas"/>
                </a:defRPr>
              </a:pPr>
              <a:r>
                <a:t>Set breakpoints anywhere in the core_analyzer package.</a:t>
              </a:r>
              <a:br/>
              <a:r>
                <a:t>Step through pre_execution → classification → analyze.</a:t>
              </a:r>
              <a:br/>
              <a:r>
                <a:t>Inspect shelf, DataFrames, and insights interactively.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7D7AAF5-2BBB-470E-99AA-8B581BF63970}"/>
              </a:ext>
            </a:extLst>
          </p:cNvPr>
          <p:cNvSpPr/>
          <p:nvPr/>
        </p:nvSpPr>
        <p:spPr>
          <a:xfrm>
            <a:off x="6526924" y="2011680"/>
            <a:ext cx="4480709" cy="286730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9D9011D5-2750-4A0C-B5B1-3CFF5D8BDFAF}"/>
              </a:ext>
            </a:extLst>
          </p:cNvPr>
          <p:cNvSpPr/>
          <p:nvPr/>
        </p:nvSpPr>
        <p:spPr>
          <a:xfrm>
            <a:off x="531070" y="5244193"/>
            <a:ext cx="5547360" cy="6903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20AB962-1398-4968-9FC9-426B41D4B871}"/>
              </a:ext>
            </a:extLst>
          </p:cNvPr>
          <p:cNvSpPr/>
          <p:nvPr/>
        </p:nvSpPr>
        <p:spPr>
          <a:xfrm>
            <a:off x="531070" y="4353197"/>
            <a:ext cx="5547360" cy="797923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30DAC0B6-C880-4484-9646-948B5BA1E027}"/>
              </a:ext>
            </a:extLst>
          </p:cNvPr>
          <p:cNvSpPr/>
          <p:nvPr/>
        </p:nvSpPr>
        <p:spPr>
          <a:xfrm>
            <a:off x="531070" y="3398520"/>
            <a:ext cx="5547360" cy="90351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9100123-951A-4C5A-864B-B47C83446670}"/>
              </a:ext>
            </a:extLst>
          </p:cNvPr>
          <p:cNvSpPr/>
          <p:nvPr/>
        </p:nvSpPr>
        <p:spPr>
          <a:xfrm>
            <a:off x="531070" y="2011680"/>
            <a:ext cx="5547360" cy="13411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3 · Adding Support for a New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1C5"/>
                </a:solidFill>
                <a:latin typeface="Segoe UI"/>
              </a:defRPr>
            </a:pPr>
            <a:r>
              <a:t>Three files to create, one factory to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32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77D"/>
                </a:solidFill>
                <a:latin typeface="Segoe UI"/>
              </a:defRPr>
            </a:pPr>
            <a:r>
              <a:rPr dirty="0"/>
              <a:t>Step-by-step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6344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rPr dirty="0"/>
              <a:t>1.  Create an adapter  (adapters/&lt;product&gt;_adapter.py)</a:t>
            </a:r>
            <a:br>
              <a:rPr dirty="0"/>
            </a:br>
            <a:r>
              <a:rPr dirty="0"/>
              <a:t>      Subclass </a:t>
            </a:r>
            <a:r>
              <a:rPr dirty="0" err="1"/>
              <a:t>ProjectAdapter</a:t>
            </a:r>
            <a:r>
              <a:rPr dirty="0"/>
              <a:t>.  Implement 4 abstract</a:t>
            </a:r>
            <a:r>
              <a:rPr lang="en-US" dirty="0"/>
              <a:t> </a:t>
            </a:r>
            <a:r>
              <a:rPr dirty="0"/>
              <a:t>methods:</a:t>
            </a:r>
            <a:br>
              <a:rPr dirty="0"/>
            </a:br>
            <a:r>
              <a:rPr dirty="0"/>
              <a:t>         • </a:t>
            </a:r>
            <a:r>
              <a:rPr dirty="0" err="1"/>
              <a:t>get_project_class</a:t>
            </a:r>
            <a:r>
              <a:rPr dirty="0"/>
              <a:t>()        → return </a:t>
            </a:r>
            <a:r>
              <a:rPr dirty="0" err="1"/>
              <a:t>debug.core</a:t>
            </a:r>
            <a:r>
              <a:rPr dirty="0"/>
              <a:t> class</a:t>
            </a:r>
            <a:br>
              <a:rPr dirty="0"/>
            </a:br>
            <a:r>
              <a:rPr dirty="0"/>
              <a:t>         • </a:t>
            </a:r>
            <a:r>
              <a:rPr dirty="0" err="1"/>
              <a:t>get_cores_path</a:t>
            </a:r>
            <a:r>
              <a:rPr dirty="0"/>
              <a:t>()            → </a:t>
            </a:r>
            <a:r>
              <a:rPr dirty="0" err="1"/>
              <a:t>namednode</a:t>
            </a:r>
            <a:r>
              <a:rPr dirty="0"/>
              <a:t> cores path</a:t>
            </a:r>
            <a:br>
              <a:rPr dirty="0"/>
            </a:br>
            <a:r>
              <a:rPr dirty="0"/>
              <a:t>         • </a:t>
            </a:r>
            <a:r>
              <a:rPr dirty="0" err="1"/>
              <a:t>get_pmsb_register_paths</a:t>
            </a:r>
            <a:r>
              <a:rPr dirty="0"/>
              <a:t>()  → PMSB/GPSB paths</a:t>
            </a:r>
            <a:br>
              <a:rPr dirty="0"/>
            </a:br>
            <a:r>
              <a:rPr dirty="0"/>
              <a:t>         • </a:t>
            </a:r>
            <a:r>
              <a:rPr dirty="0" err="1"/>
              <a:t>discover_cores</a:t>
            </a:r>
            <a:r>
              <a:rPr dirty="0"/>
              <a:t>()            → list of </a:t>
            </a:r>
            <a:r>
              <a:rPr dirty="0" err="1"/>
              <a:t>CoreInfo</a:t>
            </a:r>
            <a:br>
              <a:rPr dirty="0"/>
            </a:br>
            <a:br>
              <a:rPr dirty="0"/>
            </a:br>
            <a:r>
              <a:rPr dirty="0"/>
              <a:t>2.  Create a project plugin  (</a:t>
            </a:r>
            <a:r>
              <a:rPr dirty="0" err="1"/>
              <a:t>project_plugins</a:t>
            </a:r>
            <a:r>
              <a:rPr dirty="0"/>
              <a:t>/&lt;product&gt;.</a:t>
            </a:r>
            <a:r>
              <a:rPr dirty="0" err="1"/>
              <a:t>py</a:t>
            </a:r>
            <a:r>
              <a:rPr dirty="0"/>
              <a:t>)</a:t>
            </a:r>
            <a:br>
              <a:rPr dirty="0"/>
            </a:br>
            <a:r>
              <a:rPr dirty="0"/>
              <a:t>      Subclass </a:t>
            </a:r>
            <a:r>
              <a:rPr dirty="0" err="1"/>
              <a:t>CoreAnalyzerPlugin</a:t>
            </a:r>
            <a:r>
              <a:rPr dirty="0"/>
              <a:t>.</a:t>
            </a:r>
            <a:br>
              <a:rPr dirty="0"/>
            </a:br>
            <a:r>
              <a:rPr dirty="0"/>
              <a:t>         • Override </a:t>
            </a:r>
            <a:r>
              <a:rPr dirty="0" err="1"/>
              <a:t>get_adapter</a:t>
            </a:r>
            <a:r>
              <a:rPr dirty="0"/>
              <a:t>() → return your adapter</a:t>
            </a:r>
            <a:br>
              <a:rPr dirty="0"/>
            </a:br>
            <a:r>
              <a:rPr dirty="0"/>
              <a:t>         • Set PLUGIN_NAME, DEFAULT_PLUGIN = True</a:t>
            </a:r>
            <a:br>
              <a:rPr dirty="0"/>
            </a:br>
            <a:br>
              <a:rPr dirty="0"/>
            </a:br>
            <a:r>
              <a:rPr dirty="0"/>
              <a:t>3.  Register in the </a:t>
            </a:r>
            <a:r>
              <a:rPr dirty="0" err="1"/>
              <a:t>status_scope</a:t>
            </a:r>
            <a:r>
              <a:rPr dirty="0"/>
              <a:t> config</a:t>
            </a:r>
            <a:br>
              <a:rPr dirty="0"/>
            </a:br>
            <a:r>
              <a:rPr dirty="0"/>
              <a:t>      Add the entry point string to the product's config.ini:</a:t>
            </a:r>
            <a:br>
              <a:rPr dirty="0"/>
            </a:br>
            <a:r>
              <a:rPr dirty="0"/>
              <a:t>      </a:t>
            </a:r>
            <a:r>
              <a:rPr dirty="0" err="1"/>
              <a:t>bigcore.toolext.status_scope.core_analyzer</a:t>
            </a:r>
            <a:br>
              <a:rPr dirty="0"/>
            </a:br>
            <a:r>
              <a:rPr dirty="0"/>
              <a:t>          .</a:t>
            </a:r>
            <a:r>
              <a:rPr dirty="0" err="1"/>
              <a:t>project_plugins</a:t>
            </a:r>
            <a:r>
              <a:rPr dirty="0"/>
              <a:t>.&lt;product&gt;:</a:t>
            </a:r>
            <a:r>
              <a:rPr dirty="0" err="1"/>
              <a:t>PluginClass</a:t>
            </a:r>
            <a:br>
              <a:rPr dirty="0"/>
            </a:br>
            <a:br>
              <a:rPr dirty="0"/>
            </a:br>
            <a:r>
              <a:rPr dirty="0"/>
              <a:t>4.  Update </a:t>
            </a:r>
            <a:r>
              <a:rPr dirty="0" err="1"/>
              <a:t>create_adapter</a:t>
            </a:r>
            <a:r>
              <a:rPr dirty="0"/>
              <a:t>() factory (optional shortcut)</a:t>
            </a:r>
            <a:br>
              <a:rPr dirty="0"/>
            </a:br>
            <a:r>
              <a:rPr dirty="0"/>
              <a:t>      Add your product keyword to the mapping in</a:t>
            </a:r>
            <a:br>
              <a:rPr dirty="0"/>
            </a:br>
            <a:r>
              <a:rPr dirty="0"/>
              <a:t>      adapters/base_adapter.py → </a:t>
            </a:r>
            <a:r>
              <a:rPr dirty="0" err="1"/>
              <a:t>create_adapter</a:t>
            </a:r>
            <a:r>
              <a:rPr dirty="0"/>
              <a:t>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1581" y="16132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77D"/>
                </a:solidFill>
                <a:latin typeface="Segoe UI"/>
              </a:defRPr>
            </a:pPr>
            <a:r>
              <a:rPr dirty="0"/>
              <a:t>Optional overrides in the 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1581" y="2103120"/>
            <a:ext cx="5303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rPr dirty="0" err="1"/>
              <a:t>get_function_configs</a:t>
            </a:r>
            <a:r>
              <a:rPr dirty="0"/>
              <a:t>()</a:t>
            </a:r>
            <a:br>
              <a:rPr dirty="0"/>
            </a:br>
            <a:r>
              <a:rPr dirty="0"/>
              <a:t>   → Add or remove status functions (default: 11).</a:t>
            </a:r>
            <a:br>
              <a:rPr dirty="0"/>
            </a:br>
            <a:br>
              <a:rPr dirty="0"/>
            </a:br>
            <a:r>
              <a:rPr dirty="0" err="1"/>
              <a:t>get_ww_device_templates</a:t>
            </a:r>
            <a:r>
              <a:rPr dirty="0"/>
              <a:t>()</a:t>
            </a:r>
            <a:br>
              <a:rPr dirty="0"/>
            </a:br>
            <a:r>
              <a:rPr dirty="0"/>
              <a:t>   → Provide watch-window </a:t>
            </a:r>
            <a:r>
              <a:rPr dirty="0" err="1"/>
              <a:t>namednode</a:t>
            </a:r>
            <a:r>
              <a:rPr dirty="0"/>
              <a:t> templates.</a:t>
            </a:r>
            <a:br>
              <a:rPr dirty="0"/>
            </a:br>
            <a:br>
              <a:rPr dirty="0"/>
            </a:br>
            <a:r>
              <a:rPr dirty="0" err="1"/>
              <a:t>get_shutdown_register_templates</a:t>
            </a:r>
            <a:r>
              <a:rPr dirty="0"/>
              <a:t>()</a:t>
            </a:r>
            <a:br>
              <a:rPr dirty="0"/>
            </a:br>
            <a:r>
              <a:rPr dirty="0"/>
              <a:t>   → Provide CRS/GPSB/PMSB register paths.</a:t>
            </a:r>
            <a:br>
              <a:rPr dirty="0"/>
            </a:br>
            <a:br>
              <a:rPr dirty="0"/>
            </a:br>
            <a:r>
              <a:rPr dirty="0" err="1"/>
              <a:t>detect_shutdown_in_sleep_state</a:t>
            </a:r>
            <a:r>
              <a:rPr dirty="0"/>
              <a:t>(core, row)</a:t>
            </a:r>
            <a:br>
              <a:rPr dirty="0"/>
            </a:br>
            <a:r>
              <a:rPr dirty="0"/>
              <a:t>   → Custom shutdown detection logic.</a:t>
            </a:r>
            <a:br>
              <a:rPr lang="en-US" dirty="0"/>
            </a:br>
            <a:br>
              <a:rPr dirty="0"/>
            </a:br>
            <a:r>
              <a:rPr dirty="0" err="1"/>
              <a:t>get_core_topology</a:t>
            </a:r>
            <a:r>
              <a:rPr dirty="0"/>
              <a:t>()</a:t>
            </a:r>
            <a:br>
              <a:rPr dirty="0"/>
            </a:br>
            <a:r>
              <a:rPr dirty="0"/>
              <a:t>   → Override topology discovery.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4 · Core Classification &amp; Data Capture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1C5"/>
                </a:solidFill>
                <a:latin typeface="Segoe UI"/>
              </a:defRPr>
            </a:pPr>
            <a:r>
              <a:t>Based on ROB Tail Check → MCA correlation → targeted captures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91640"/>
            <a:ext cx="3200400" cy="548640"/>
          </a:xfrm>
          <a:prstGeom prst="round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ROB Tail Check column</a:t>
            </a:r>
            <a:br/>
            <a:r>
              <a:t>(basic_check table)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228600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514600"/>
            <a:ext cx="22860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Advancing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14600"/>
            <a:ext cx="228600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514600"/>
            <a:ext cx="2286000" cy="5029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Corrupted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00200" y="2240280"/>
            <a:ext cx="4480560" cy="27432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526280" y="2240280"/>
            <a:ext cx="1554480" cy="27432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240280"/>
            <a:ext cx="1371600" cy="27432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240280"/>
            <a:ext cx="4297680" cy="27432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" y="3337560"/>
            <a:ext cx="128016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Segoe UI"/>
              </a:defRPr>
            </a:pPr>
            <a:r>
              <a:t>Has MC?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337560"/>
            <a:ext cx="150876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Segoe UI"/>
              </a:defRPr>
            </a:pPr>
            <a:r>
              <a:t>Has MC?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337560"/>
            <a:ext cx="2286000" cy="777240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27AE60"/>
                </a:solidFill>
                <a:latin typeface="Segoe UI"/>
              </a:defRPr>
            </a:pPr>
            <a:r>
              <a:t>Normal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7AE60"/>
                </a:solidFill>
                <a:latin typeface="Segoe UI"/>
              </a:defRPr>
            </a:pPr>
            <a:r>
              <a:t>No special capture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337560"/>
            <a:ext cx="146304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Segoe UI"/>
              </a:defRPr>
            </a:pPr>
            <a:r>
              <a:t>Has MC?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337560"/>
            <a:ext cx="146304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333333"/>
                </a:solidFill>
                <a:latin typeface="Segoe UI"/>
              </a:defRPr>
            </a:pPr>
            <a:r>
              <a:t>Shutdown?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Yes, no MC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337560"/>
            <a:ext cx="2286000" cy="777240"/>
          </a:xfrm>
          <a:prstGeom prst="roundRect">
            <a:avLst/>
          </a:prstGeom>
          <a:solidFill>
            <a:srgbClr val="F5EEF8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8E44AD"/>
                </a:solidFill>
                <a:latin typeface="Segoe UI"/>
              </a:defRPr>
            </a:pPr>
            <a:r>
              <a:t>Recovery attempt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8E44AD"/>
                </a:solidFill>
                <a:latin typeface="Segoe UI"/>
              </a:defRPr>
            </a:pPr>
            <a:r>
              <a:t>(single-pass)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" y="4434840"/>
            <a:ext cx="1280160" cy="11887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Capture: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Watch Windows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  (state_dump)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SQ slice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434840"/>
            <a:ext cx="150876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Capture: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Status tables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  only (no WW)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434840"/>
            <a:ext cx="1463040" cy="11887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Capture: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rPr dirty="0"/>
              <a:t>• MCA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434840"/>
            <a:ext cx="1463040" cy="11887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Capture: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FSCP registers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CRS dump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GPSB dump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• PSMB dump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434840"/>
            <a:ext cx="2286000" cy="11887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Recovery steps: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1. reset_tap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2. forcereconfig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3. refresh_itp / _sv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4. refresh_debug_core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→ re-run &amp; re-classify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" y="5806440"/>
            <a:ext cx="128016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Insight: hung_with_mc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5806440"/>
            <a:ext cx="1463040" cy="507274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Insight: </a:t>
            </a:r>
            <a:r>
              <a:rPr dirty="0" err="1"/>
              <a:t>inactive_with_mc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7589520" y="5806440"/>
            <a:ext cx="1463040" cy="50727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Insight: </a:t>
            </a:r>
            <a:r>
              <a:rPr dirty="0" err="1"/>
              <a:t>shutdown_without_mc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9235440" y="5806440"/>
            <a:ext cx="2286000" cy="507274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Insight: corrupted / recovery_*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5 · Report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1C5"/>
                </a:solidFill>
                <a:latin typeface="Segoe UI"/>
              </a:defRPr>
            </a:pPr>
            <a:r>
              <a:t>What appears in the status_scope HTML report for core_v2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691640"/>
            <a:ext cx="4114800" cy="502920"/>
          </a:xfrm>
          <a:prstGeom prst="round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core_v2  (top-level plugin report)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3566160" cy="457200"/>
          </a:xfrm>
          <a:prstGeom prst="round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Status Tables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148840" y="2194560"/>
            <a:ext cx="3931920" cy="32004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0632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basic_check (with EIP column)</a:t>
            </a:r>
            <a:br/>
            <a:r>
              <a:t>read_eip (standalone EIP table)</a:t>
            </a:r>
            <a:br/>
            <a:r>
              <a:t>sq_slices_only</a:t>
            </a:r>
            <a:br/>
            <a:r>
              <a:t>patch / patchload_breadcrumbs</a:t>
            </a:r>
            <a:br/>
            <a:r>
              <a:t>acode_table / xcode_table</a:t>
            </a:r>
            <a:br/>
            <a:r>
              <a:t>sleep_state / credits</a:t>
            </a:r>
            <a:br/>
            <a:r>
              <a:t>acode_version / lock_fsm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14600"/>
            <a:ext cx="356616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Insights &amp; Recommendations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94560"/>
            <a:ext cx="0" cy="32004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30632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HW_HANG  — hung core analysis</a:t>
            </a:r>
            <a:br/>
            <a:r>
              <a:t>HW_MCE  — machine-check errors</a:t>
            </a:r>
            <a:br/>
            <a:r>
              <a:t>HW_UNEXPECTED_POWERDOWN</a:t>
            </a:r>
            <a:br/>
            <a:r>
              <a:t>HW_ERR  — corruption / recovery</a:t>
            </a:r>
            <a:br/>
            <a:br/>
            <a:r>
              <a:t>Recommendations (prioritised):</a:t>
            </a:r>
            <a:br/>
            <a:r>
              <a:t>  CRITICAL  → manual recovery</a:t>
            </a:r>
            <a:br/>
            <a:r>
              <a:t>  HIGH      → investigate corrupted</a:t>
            </a:r>
            <a:br/>
            <a:r>
              <a:t>  MEDIUM    → PM investigation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3566160" cy="457200"/>
          </a:xfrm>
          <a:prstGeom prst="roundRect">
            <a:avLst/>
          </a:prstGeom>
          <a:solidFill>
            <a:srgbClr val="1B5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Captured Data Sub-reports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194560"/>
            <a:ext cx="3931920" cy="320040"/>
          </a:xfrm>
          <a:prstGeom prst="line">
            <a:avLst/>
          </a:prstGeom>
          <a:ln w="2540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66760" y="30632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watch_windows/</a:t>
            </a:r>
            <a:br/>
            <a:r>
              <a:t>  └ S#M#C# / &lt;ww_name&gt;</a:t>
            </a:r>
            <a:br/>
            <a:r>
              <a:t>     (FSCP, ROB, SQ, MOB, …)</a:t>
            </a:r>
            <a:br/>
            <a:br/>
            <a:r>
              <a:t>register_dumps/</a:t>
            </a:r>
            <a:br/>
            <a:r>
              <a:t>  └ S#M# /</a:t>
            </a:r>
            <a:br/>
            <a:r>
              <a:t>     ├ module#_crs.log</a:t>
            </a:r>
            <a:br/>
            <a:r>
              <a:t>     ├ module#_gpsb.log</a:t>
            </a:r>
            <a:br/>
            <a:r>
              <a:t>     └ module#_psmb.log</a:t>
            </a:r>
            <a:br/>
            <a:br/>
            <a:r>
              <a:t>Each parsed into a</a:t>
            </a:r>
            <a:br/>
            <a:r>
              <a:t>Register | Value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1C5"/>
                </a:solidFill>
                <a:latin typeface="Segoe UI"/>
              </a:defRPr>
            </a:pPr>
            <a:r>
              <a:t>All DataFrames stored in shelf with  report_table:&lt;name&gt;  prefix are automatically rendered as HTML tables by the framework.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2BE2055BF62344A328CA6C97590C9E" ma:contentTypeVersion="15" ma:contentTypeDescription="Create a new document." ma:contentTypeScope="" ma:versionID="75bf4f6b2ac8059dfa7835ba8a7c0158">
  <xsd:schema xmlns:xsd="http://www.w3.org/2001/XMLSchema" xmlns:xs="http://www.w3.org/2001/XMLSchema" xmlns:p="http://schemas.microsoft.com/office/2006/metadata/properties" xmlns:ns2="9b45441a-efb1-4067-b96e-e234ac9361c5" xmlns:ns3="c4dd6c8d-c290-4d4a-bf23-a69fd679989a" targetNamespace="http://schemas.microsoft.com/office/2006/metadata/properties" ma:root="true" ma:fieldsID="c23af8ab443e458627c4ba7477c489ed" ns2:_="" ns3:_="">
    <xsd:import namespace="9b45441a-efb1-4067-b96e-e234ac9361c5"/>
    <xsd:import namespace="c4dd6c8d-c290-4d4a-bf23-a69fd6799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5441a-efb1-4067-b96e-e234ac9361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dd6c8d-c290-4d4a-bf23-a69fd679989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9fe7f6ba-8f9f-4d5d-87b2-e89964b2758e}" ma:internalName="TaxCatchAll" ma:showField="CatchAllData" ma:web="c4dd6c8d-c290-4d4a-bf23-a69fd6799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dd6c8d-c290-4d4a-bf23-a69fd679989a" xsi:nil="true"/>
    <lcf76f155ced4ddcb4097134ff3c332f xmlns="9b45441a-efb1-4067-b96e-e234ac9361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1E6F87-5C59-4F17-91F2-5454298487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7735DD-D047-44B3-8C04-CAC2DFC70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45441a-efb1-4067-b96e-e234ac9361c5"/>
    <ds:schemaRef ds:uri="c4dd6c8d-c290-4d4a-bf23-a69fd67998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A72780-CD96-4D36-A760-F76FC26EA9D1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9b45441a-efb1-4067-b96e-e234ac9361c5"/>
    <ds:schemaRef ds:uri="c4dd6c8d-c290-4d4a-bf23-a69fd679989a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1281</Words>
  <Application>Microsoft Office PowerPoint</Application>
  <PresentationFormat>Widescreen</PresentationFormat>
  <Paragraphs>87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Furman, Liad</cp:lastModifiedBy>
  <cp:revision>4</cp:revision>
  <dcterms:created xsi:type="dcterms:W3CDTF">2013-01-27T09:14:16Z</dcterms:created>
  <dcterms:modified xsi:type="dcterms:W3CDTF">2026-06-12T13:46:01Z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0x010100C92BE2055BF62344A328CA6C97590C9E</vt:lpwstr>
  </property>
  <property fmtid="{D5CDD505-2E9C-101B-9397-08002B2CF9AE}" pid="3" name="MediaServiceImageTags">
    <vt:lpwstr/>
  </property>
</Properties>
</file>